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Semantic document search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Text retrieval design. Hybrid search combines keyword matching with semantic embeddings. Query vectors retrieve relevant passages through cosine similarity.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